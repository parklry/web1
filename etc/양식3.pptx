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slideLayout" Target="../slideLayouts/slideLayout1.xml"/><Relationship Id="rId5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61" y="1485900"/>
            <a:ext cx="2316361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161" y="1485900"/>
            <a:ext cx="2316361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161" y="1485900"/>
            <a:ext cx="2316361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522" y="1485900"/>
            <a:ext cx="2316361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522" y="1485900"/>
            <a:ext cx="2316361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522" y="1485900"/>
            <a:ext cx="2316361" cy="38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883" y="1485900"/>
            <a:ext cx="2316361" cy="38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3883" y="1485900"/>
            <a:ext cx="2316361" cy="38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3883" y="1485900"/>
            <a:ext cx="2316361" cy="38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70244" y="1485900"/>
            <a:ext cx="2316361" cy="38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70244" y="1485900"/>
            <a:ext cx="2316361" cy="38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0244" y="1485900"/>
            <a:ext cx="2316361" cy="381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163830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97361" y="1638300"/>
            <a:ext cx="2163961" cy="1447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11661" y="17716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11661" y="207645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13722" y="1638300"/>
            <a:ext cx="2163961" cy="1447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28022" y="17716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28022" y="207645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28022" y="23812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30083" y="1638300"/>
            <a:ext cx="2163961" cy="1447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44383" y="17716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44383" y="2076450"/>
            <a:ext cx="17145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44383" y="23812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44383" y="268605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46444" y="1638300"/>
            <a:ext cx="2163961" cy="14478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60744" y="1771650"/>
            <a:ext cx="171450" cy="1524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60744" y="207645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60744" y="2381250"/>
            <a:ext cx="133350" cy="1524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04800" y="3238500"/>
            <a:ext cx="228600" cy="3048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697361" y="3238500"/>
            <a:ext cx="2163961" cy="12954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811661" y="337185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013722" y="3238500"/>
            <a:ext cx="2163961" cy="12954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128022" y="3371850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330083" y="3238500"/>
            <a:ext cx="2163961" cy="129540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444383" y="3371850"/>
            <a:ext cx="190500" cy="152400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44383" y="3905250"/>
            <a:ext cx="171450" cy="152400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46444" y="3238500"/>
            <a:ext cx="2163961" cy="1295400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60744" y="3371850"/>
            <a:ext cx="190500" cy="152400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4800" y="4686300"/>
            <a:ext cx="228600" cy="304800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697361" y="4686300"/>
            <a:ext cx="2163961" cy="838200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811661" y="4819650"/>
            <a:ext cx="114300" cy="152400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013722" y="4686300"/>
            <a:ext cx="2163961" cy="838200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128022" y="4819650"/>
            <a:ext cx="152400" cy="152400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330083" y="4686300"/>
            <a:ext cx="2163961" cy="838200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444383" y="4819650"/>
            <a:ext cx="114300" cy="152400"/>
          </a:xfrm>
          <a:prstGeom prst="rect">
            <a:avLst/>
          </a:prstGeom>
        </p:spPr>
      </p:pic>
      <p:pic>
        <p:nvPicPr>
          <p:cNvPr id="5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44383" y="5124450"/>
            <a:ext cx="114300" cy="152400"/>
          </a:xfrm>
          <a:prstGeom prst="rect">
            <a:avLst/>
          </a:prstGeom>
        </p:spPr>
      </p:pic>
      <p:pic>
        <p:nvPicPr>
          <p:cNvPr id="5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46444" y="4686300"/>
            <a:ext cx="2163961" cy="838200"/>
          </a:xfrm>
          <a:prstGeom prst="rect">
            <a:avLst/>
          </a:prstGeom>
        </p:spPr>
      </p:pic>
      <p:pic>
        <p:nvPicPr>
          <p:cNvPr id="5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760744" y="4819650"/>
            <a:ext cx="114300" cy="152400"/>
          </a:xfrm>
          <a:prstGeom prst="rect">
            <a:avLst/>
          </a:prstGeom>
        </p:spPr>
      </p:pic>
      <p:sp>
        <p:nvSpPr>
          <p:cNvPr id="53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IT 운영 로드맵</a:t>
            </a:r>
            <a:endParaRPr lang="en-US" sz="2700" dirty="0"/>
          </a:p>
        </p:txBody>
      </p:sp>
      <p:sp>
        <p:nvSpPr>
          <p:cNvPr id="54" name="Text 1"/>
          <p:cNvSpPr/>
          <p:nvPr/>
        </p:nvSpPr>
        <p:spPr>
          <a:xfrm>
            <a:off x="2621161" y="952500"/>
            <a:ext cx="23163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1분기</a:t>
            </a:r>
            <a:endParaRPr lang="en-US" sz="1500" dirty="0"/>
          </a:p>
        </p:txBody>
      </p:sp>
      <p:sp>
        <p:nvSpPr>
          <p:cNvPr id="55" name="Text 2"/>
          <p:cNvSpPr/>
          <p:nvPr/>
        </p:nvSpPr>
        <p:spPr>
          <a:xfrm>
            <a:off x="4937522" y="952500"/>
            <a:ext cx="23163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2분기</a:t>
            </a:r>
            <a:endParaRPr lang="en-US" sz="1500" dirty="0"/>
          </a:p>
        </p:txBody>
      </p:sp>
      <p:sp>
        <p:nvSpPr>
          <p:cNvPr id="56" name="Text 3"/>
          <p:cNvSpPr/>
          <p:nvPr/>
        </p:nvSpPr>
        <p:spPr>
          <a:xfrm>
            <a:off x="7253883" y="952500"/>
            <a:ext cx="23163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3분기</a:t>
            </a:r>
            <a:endParaRPr lang="en-US" sz="1500" dirty="0"/>
          </a:p>
        </p:txBody>
      </p:sp>
      <p:sp>
        <p:nvSpPr>
          <p:cNvPr id="57" name="Text 4"/>
          <p:cNvSpPr/>
          <p:nvPr/>
        </p:nvSpPr>
        <p:spPr>
          <a:xfrm>
            <a:off x="9570244" y="952500"/>
            <a:ext cx="23163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4분기</a:t>
            </a:r>
            <a:endParaRPr lang="en-US" sz="1500" dirty="0"/>
          </a:p>
        </p:txBody>
      </p:sp>
      <p:sp>
        <p:nvSpPr>
          <p:cNvPr id="58" name="Text 5"/>
          <p:cNvSpPr/>
          <p:nvPr/>
        </p:nvSpPr>
        <p:spPr>
          <a:xfrm>
            <a:off x="704850" y="165735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500" dirty="0"/>
          </a:p>
        </p:txBody>
      </p:sp>
      <p:sp>
        <p:nvSpPr>
          <p:cNvPr id="59" name="Text 6"/>
          <p:cNvSpPr/>
          <p:nvPr/>
        </p:nvSpPr>
        <p:spPr>
          <a:xfrm>
            <a:off x="3049786" y="1781175"/>
            <a:ext cx="1798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서비스 기능 개선</a:t>
            </a:r>
            <a:endParaRPr lang="en-US" sz="1200" dirty="0"/>
          </a:p>
        </p:txBody>
      </p:sp>
      <p:sp>
        <p:nvSpPr>
          <p:cNvPr id="60" name="Text 7"/>
          <p:cNvSpPr/>
          <p:nvPr/>
        </p:nvSpPr>
        <p:spPr>
          <a:xfrm>
            <a:off x="3049786" y="2085975"/>
            <a:ext cx="119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 기능 개선</a:t>
            </a:r>
            <a:endParaRPr lang="en-US" sz="1200" dirty="0"/>
          </a:p>
        </p:txBody>
      </p:sp>
      <p:sp>
        <p:nvSpPr>
          <p:cNvPr id="61" name="Text 8"/>
          <p:cNvSpPr/>
          <p:nvPr/>
        </p:nvSpPr>
        <p:spPr>
          <a:xfrm>
            <a:off x="5366147" y="1781175"/>
            <a:ext cx="1798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서비스 기능 개선</a:t>
            </a:r>
            <a:endParaRPr lang="en-US" sz="1200" dirty="0"/>
          </a:p>
        </p:txBody>
      </p:sp>
      <p:sp>
        <p:nvSpPr>
          <p:cNvPr id="62" name="Text 9"/>
          <p:cNvSpPr/>
          <p:nvPr/>
        </p:nvSpPr>
        <p:spPr>
          <a:xfrm>
            <a:off x="5366147" y="2085975"/>
            <a:ext cx="15646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전자결재 개발</a:t>
            </a:r>
            <a:endParaRPr lang="en-US" sz="1200" dirty="0"/>
          </a:p>
        </p:txBody>
      </p:sp>
      <p:sp>
        <p:nvSpPr>
          <p:cNvPr id="63" name="Text 10"/>
          <p:cNvSpPr/>
          <p:nvPr/>
        </p:nvSpPr>
        <p:spPr>
          <a:xfrm>
            <a:off x="5366147" y="2390775"/>
            <a:ext cx="119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 기능 개선</a:t>
            </a:r>
            <a:endParaRPr lang="en-US" sz="1200" dirty="0"/>
          </a:p>
        </p:txBody>
      </p:sp>
      <p:sp>
        <p:nvSpPr>
          <p:cNvPr id="64" name="Text 11"/>
          <p:cNvSpPr/>
          <p:nvPr/>
        </p:nvSpPr>
        <p:spPr>
          <a:xfrm>
            <a:off x="7682508" y="1781175"/>
            <a:ext cx="1798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서비스 기능 개선</a:t>
            </a:r>
            <a:endParaRPr lang="en-US" sz="1200" dirty="0"/>
          </a:p>
        </p:txBody>
      </p:sp>
      <p:sp>
        <p:nvSpPr>
          <p:cNvPr id="65" name="Text 12"/>
          <p:cNvSpPr/>
          <p:nvPr/>
        </p:nvSpPr>
        <p:spPr>
          <a:xfrm>
            <a:off x="7682508" y="2085975"/>
            <a:ext cx="15646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전자결재 개발</a:t>
            </a:r>
            <a:endParaRPr lang="en-US" sz="1200" dirty="0"/>
          </a:p>
        </p:txBody>
      </p:sp>
      <p:sp>
        <p:nvSpPr>
          <p:cNvPr id="66" name="Text 13"/>
          <p:cNvSpPr/>
          <p:nvPr/>
        </p:nvSpPr>
        <p:spPr>
          <a:xfrm>
            <a:off x="7682508" y="2390775"/>
            <a:ext cx="119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 기능 개선</a:t>
            </a:r>
            <a:endParaRPr lang="en-US" sz="1200" dirty="0"/>
          </a:p>
        </p:txBody>
      </p:sp>
      <p:sp>
        <p:nvSpPr>
          <p:cNvPr id="67" name="Text 14"/>
          <p:cNvSpPr/>
          <p:nvPr/>
        </p:nvSpPr>
        <p:spPr>
          <a:xfrm>
            <a:off x="7682508" y="2695575"/>
            <a:ext cx="164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자료관리 개발</a:t>
            </a:r>
            <a:endParaRPr lang="en-US" sz="1200" dirty="0"/>
          </a:p>
        </p:txBody>
      </p:sp>
      <p:sp>
        <p:nvSpPr>
          <p:cNvPr id="68" name="Text 15"/>
          <p:cNvSpPr/>
          <p:nvPr/>
        </p:nvSpPr>
        <p:spPr>
          <a:xfrm>
            <a:off x="9998869" y="1781175"/>
            <a:ext cx="15646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전자결재 개발</a:t>
            </a:r>
            <a:endParaRPr lang="en-US" sz="1200" dirty="0"/>
          </a:p>
        </p:txBody>
      </p:sp>
      <p:sp>
        <p:nvSpPr>
          <p:cNvPr id="69" name="Text 16"/>
          <p:cNvSpPr/>
          <p:nvPr/>
        </p:nvSpPr>
        <p:spPr>
          <a:xfrm>
            <a:off x="9998869" y="2085975"/>
            <a:ext cx="119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 기능 개선</a:t>
            </a:r>
            <a:endParaRPr lang="en-US" sz="1200" dirty="0"/>
          </a:p>
        </p:txBody>
      </p:sp>
      <p:sp>
        <p:nvSpPr>
          <p:cNvPr id="70" name="Text 17"/>
          <p:cNvSpPr/>
          <p:nvPr/>
        </p:nvSpPr>
        <p:spPr>
          <a:xfrm>
            <a:off x="9998869" y="2390775"/>
            <a:ext cx="16460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자료관리 개발</a:t>
            </a:r>
            <a:endParaRPr lang="en-US" sz="1200" dirty="0"/>
          </a:p>
        </p:txBody>
      </p:sp>
      <p:sp>
        <p:nvSpPr>
          <p:cNvPr id="71" name="Text 18"/>
          <p:cNvSpPr/>
          <p:nvPr/>
        </p:nvSpPr>
        <p:spPr>
          <a:xfrm>
            <a:off x="647700" y="32575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1500" dirty="0"/>
          </a:p>
        </p:txBody>
      </p:sp>
      <p:sp>
        <p:nvSpPr>
          <p:cNvPr id="72" name="Text 19"/>
          <p:cNvSpPr/>
          <p:nvPr/>
        </p:nvSpPr>
        <p:spPr>
          <a:xfrm>
            <a:off x="3049786" y="3381375"/>
            <a:ext cx="160883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전환 및 서버 업그레이드</a:t>
            </a:r>
            <a:endParaRPr lang="en-US" sz="1200" dirty="0"/>
          </a:p>
        </p:txBody>
      </p:sp>
      <p:sp>
        <p:nvSpPr>
          <p:cNvPr id="73" name="Text 20"/>
          <p:cNvSpPr/>
          <p:nvPr/>
        </p:nvSpPr>
        <p:spPr>
          <a:xfrm>
            <a:off x="5366147" y="3381375"/>
            <a:ext cx="160883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전환 및 서버 업그레이드</a:t>
            </a:r>
            <a:endParaRPr lang="en-US" sz="1200" dirty="0"/>
          </a:p>
        </p:txBody>
      </p:sp>
      <p:sp>
        <p:nvSpPr>
          <p:cNvPr id="74" name="Text 21"/>
          <p:cNvSpPr/>
          <p:nvPr/>
        </p:nvSpPr>
        <p:spPr>
          <a:xfrm>
            <a:off x="7682508" y="3381375"/>
            <a:ext cx="156641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 L2 스위치 점검·교체</a:t>
            </a:r>
            <a:endParaRPr lang="en-US" sz="1200" dirty="0"/>
          </a:p>
        </p:txBody>
      </p:sp>
      <p:sp>
        <p:nvSpPr>
          <p:cNvPr id="75" name="Text 22"/>
          <p:cNvSpPr/>
          <p:nvPr/>
        </p:nvSpPr>
        <p:spPr>
          <a:xfrm>
            <a:off x="7682508" y="3914775"/>
            <a:ext cx="165109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 케이블 정리 및 라벨링</a:t>
            </a:r>
            <a:endParaRPr lang="en-US" sz="1200" dirty="0"/>
          </a:p>
        </p:txBody>
      </p:sp>
      <p:sp>
        <p:nvSpPr>
          <p:cNvPr id="76" name="Text 23"/>
          <p:cNvSpPr/>
          <p:nvPr/>
        </p:nvSpPr>
        <p:spPr>
          <a:xfrm>
            <a:off x="9998869" y="3381375"/>
            <a:ext cx="156641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 L2 스위치 점검·교체</a:t>
            </a:r>
            <a:endParaRPr lang="en-US" sz="1200" dirty="0"/>
          </a:p>
        </p:txBody>
      </p:sp>
      <p:sp>
        <p:nvSpPr>
          <p:cNvPr id="77" name="Text 24"/>
          <p:cNvSpPr/>
          <p:nvPr/>
        </p:nvSpPr>
        <p:spPr>
          <a:xfrm>
            <a:off x="647700" y="47053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정보보안</a:t>
            </a:r>
            <a:endParaRPr lang="en-US" sz="1500" dirty="0"/>
          </a:p>
        </p:txBody>
      </p:sp>
      <p:sp>
        <p:nvSpPr>
          <p:cNvPr id="78" name="Text 25"/>
          <p:cNvSpPr/>
          <p:nvPr/>
        </p:nvSpPr>
        <p:spPr>
          <a:xfrm>
            <a:off x="3049786" y="4829175"/>
            <a:ext cx="10465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컨설팅</a:t>
            </a:r>
            <a:endParaRPr lang="en-US" sz="1200" dirty="0"/>
          </a:p>
        </p:txBody>
      </p:sp>
      <p:sp>
        <p:nvSpPr>
          <p:cNvPr id="79" name="Text 26"/>
          <p:cNvSpPr/>
          <p:nvPr/>
        </p:nvSpPr>
        <p:spPr>
          <a:xfrm>
            <a:off x="5366147" y="4829175"/>
            <a:ext cx="8636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심사</a:t>
            </a:r>
            <a:endParaRPr lang="en-US" sz="1200" dirty="0"/>
          </a:p>
        </p:txBody>
      </p:sp>
      <p:sp>
        <p:nvSpPr>
          <p:cNvPr id="80" name="Text 27"/>
          <p:cNvSpPr/>
          <p:nvPr/>
        </p:nvSpPr>
        <p:spPr>
          <a:xfrm>
            <a:off x="7682508" y="4829175"/>
            <a:ext cx="14326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심사 조치 및 통과</a:t>
            </a:r>
            <a:endParaRPr lang="en-US" sz="1200" dirty="0"/>
          </a:p>
        </p:txBody>
      </p:sp>
      <p:sp>
        <p:nvSpPr>
          <p:cNvPr id="81" name="Text 28"/>
          <p:cNvSpPr/>
          <p:nvPr/>
        </p:nvSpPr>
        <p:spPr>
          <a:xfrm>
            <a:off x="7682508" y="5133975"/>
            <a:ext cx="16968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개발 기안 검토</a:t>
            </a:r>
            <a:endParaRPr lang="en-US" sz="1200" dirty="0"/>
          </a:p>
        </p:txBody>
      </p:sp>
      <p:sp>
        <p:nvSpPr>
          <p:cNvPr id="82" name="Text 29"/>
          <p:cNvSpPr/>
          <p:nvPr/>
        </p:nvSpPr>
        <p:spPr>
          <a:xfrm>
            <a:off x="9998869" y="4829175"/>
            <a:ext cx="16968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개발 기안 검토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2025-11-20T14:27:02Z</dcterms:created>
  <dcterms:modified xsi:type="dcterms:W3CDTF">2025-11-20T14:27:02Z</dcterms:modified>
</cp:coreProperties>
</file>